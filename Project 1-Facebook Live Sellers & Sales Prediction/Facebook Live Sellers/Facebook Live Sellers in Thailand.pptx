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2820A-B5E2-518B-19E0-8D2C26161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AE87B-019B-79B1-0919-22F93E618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A3B01-BC41-1F5A-E28B-4D5950C2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74FF-0184-4BE1-8901-6C33AA17CE9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5472A-EE3F-A7A0-6D2B-240E7931A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E16BF-2B28-0779-5E55-A38D7169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9D58-55EF-4E21-AE90-4B20CF5DA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1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A56F-28C8-F684-63B0-5F6371FD5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C6062-BBB2-DDFE-A912-8C94E92EA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F2178-8BED-930A-4F48-8FEB4CAE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74FF-0184-4BE1-8901-6C33AA17CE9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D673E-3884-20FE-FA48-6BAD44A0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D10C6-87E7-429F-7E32-6B2B0A25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9D58-55EF-4E21-AE90-4B20CF5DA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30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8DD47-BD0C-5336-0FC6-0704AAD90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6B3FD-4485-82E3-BC4C-50064B825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F62F6-76E5-CA57-E541-16487A45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74FF-0184-4BE1-8901-6C33AA17CE9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5808C-7DB2-49C9-058A-1C184E29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0BE79-57CE-7FDE-724B-1F041D55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9D58-55EF-4E21-AE90-4B20CF5DA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723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9A674-06FB-8AC1-D22E-A368D134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C8B53-9690-84C2-FA38-2E8A69F97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2F005C-00FE-B19A-289D-764E9E05C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B02B9-9443-0710-3468-4FF865170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74FF-0184-4BE1-8901-6C33AA17CE9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C4B45-6526-384A-620F-1F1FC3C3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9DC81-2CF9-8A56-D8E4-BD42C9B45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9D58-55EF-4E21-AE90-4B20CF5DA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853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B26B-908B-6E1D-70D5-EAB3FC026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E5047-DEF7-8319-FAAC-65BB0566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18783-2050-162F-1A6C-37551DD32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9A158-E860-5C52-4AEC-A8F0DEAF8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0B8A32-3590-FC25-B7D3-09D59F5B9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0F36F7-B7DD-F45C-1D10-C7A405769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74FF-0184-4BE1-8901-6C33AA17CE9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F40D7B-C469-9E82-34B2-F1A6BF382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12BD1-967D-9E53-73C5-EA3A93E4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9D58-55EF-4E21-AE90-4B20CF5DA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07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66D7-F503-F966-A7A1-48E4134B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57C5A1-51CB-7131-E38D-1C119956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74FF-0184-4BE1-8901-6C33AA17CE9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13BB5-E4ED-16CA-C024-F70F9AB9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EC83A-1A3A-B754-3F84-04ED5D60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9D58-55EF-4E21-AE90-4B20CF5DA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10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B71932-1462-488D-7DFB-22A1443EC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74FF-0184-4BE1-8901-6C33AA17CE9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8A4425-0A27-51F6-0601-E8BA0400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485EB-9E51-8334-2A12-5266D208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9D58-55EF-4E21-AE90-4B20CF5DA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47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0D4EC-B364-88E1-51F4-24E5DC4DA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1167E-14A6-27D6-0740-F866C3AFD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F95C2-9565-C731-E66D-9B787C9E7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92860-6A0C-5EA8-530C-F6A68CD5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74FF-0184-4BE1-8901-6C33AA17CE9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7D31D-FACC-D2D3-020C-19FBB54A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2AD38-4F75-7377-DE46-75B71FCD9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9D58-55EF-4E21-AE90-4B20CF5DA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38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41F0-0029-5710-BE83-2C2C997F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A9BD2B-9F7E-8C78-C078-5A5E0F701E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614AF-7451-5887-7698-CA4EB9175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9A2D6-9E37-228E-A40C-1C6E45492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74FF-0184-4BE1-8901-6C33AA17CE9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77F10-B665-ACB6-CCC5-485A6A67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2DAD8-2C19-0D32-6837-74291E2A3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9D58-55EF-4E21-AE90-4B20CF5DA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652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76127-A9E9-EB3D-D236-B87F34C4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43CFE-AF7F-C12E-9799-7132B647E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300BE-C3F1-5724-DFC9-858B545D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74FF-0184-4BE1-8901-6C33AA17CE9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53CB4-E030-F856-366E-45DFB4B3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A8A0B-EF5F-2061-C541-BB720F5B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9D58-55EF-4E21-AE90-4B20CF5DA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6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F66554-6BE6-8A2D-F00E-C0894C572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0BA3F-158D-A4E0-E58D-F94EB700B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BF376-7C60-5510-EE0A-4A7B7A14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074FF-0184-4BE1-8901-6C33AA17CE9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CB492-7E3D-03BE-E415-BC31E0E7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2516E-17FF-86A8-CA8E-DF3DEF4E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9D58-55EF-4E21-AE90-4B20CF5DA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27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580B0-3FAA-C71F-5E4B-FE047E1F0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9A4C0-D684-A8E8-1EDC-E1D087332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2453F-39BD-4391-18BF-D17726F8D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074FF-0184-4BE1-8901-6C33AA17CE9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22032-EC16-833E-A7E3-65B793BE4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7944B-EA27-92B2-52F1-49BB861DC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09D58-55EF-4E21-AE90-4B20CF5DA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10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086E-29C6-F963-4242-BDBA80969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Facebook Live Sellers in Thailand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706A9-C201-4CB3-1221-D05962188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Unsupervised Machine Learning Case Study</a:t>
            </a:r>
          </a:p>
          <a:p>
            <a:r>
              <a:rPr lang="en-US"/>
              <a:t>By: Ashwin Jaishanker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270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7648B-6499-0EBA-A37A-40431141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Title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4571D-8024-FD12-C02B-8D62ED290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Facebook Live Sellers in Thailand</a:t>
            </a:r>
            <a:br>
              <a:rPr lang="en-IN" dirty="0"/>
            </a:br>
            <a:r>
              <a:rPr lang="en-IN" dirty="0"/>
              <a:t>Unsupervised Machine Learning Case Study</a:t>
            </a:r>
          </a:p>
          <a:p>
            <a:r>
              <a:rPr lang="en-IN" b="1" dirty="0"/>
              <a:t>Objective:</a:t>
            </a:r>
            <a:br>
              <a:rPr lang="en-IN" dirty="0"/>
            </a:br>
            <a:r>
              <a:rPr lang="en-IN" dirty="0" err="1"/>
              <a:t>Analyze</a:t>
            </a:r>
            <a:r>
              <a:rPr lang="en-IN" dirty="0"/>
              <a:t> Facebook post engagement and group posts using </a:t>
            </a:r>
            <a:r>
              <a:rPr lang="en-IN" b="1" dirty="0"/>
              <a:t>K-Means clustering</a:t>
            </a:r>
            <a:r>
              <a:rPr lang="en-IN" dirty="0"/>
              <a:t> to identify performance patterns.</a:t>
            </a:r>
          </a:p>
          <a:p>
            <a:r>
              <a:rPr lang="en-IN" b="1" dirty="0"/>
              <a:t>Tools:</a:t>
            </a:r>
            <a:br>
              <a:rPr lang="en-IN" dirty="0"/>
            </a:br>
            <a:r>
              <a:rPr lang="en-IN" dirty="0"/>
              <a:t>Python, Pandas, Scikit-learn, Google </a:t>
            </a:r>
            <a:r>
              <a:rPr lang="en-IN" dirty="0" err="1"/>
              <a:t>Colab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888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279D-989A-4E23-9FA5-9ACA7B4B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C4057-0068-D312-23C6-467013C49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7050 Facebook posts</a:t>
            </a:r>
            <a:r>
              <a:rPr lang="en-US" dirty="0"/>
              <a:t> from 10 Thai sellers</a:t>
            </a:r>
          </a:p>
          <a:p>
            <a:r>
              <a:rPr lang="en-US" dirty="0"/>
              <a:t>Key features:</a:t>
            </a:r>
          </a:p>
          <a:p>
            <a:pPr lvl="1"/>
            <a:r>
              <a:rPr lang="en-US" dirty="0"/>
              <a:t>Post type</a:t>
            </a:r>
          </a:p>
          <a:p>
            <a:pPr lvl="1"/>
            <a:r>
              <a:rPr lang="en-US" dirty="0"/>
              <a:t>Posting time</a:t>
            </a:r>
          </a:p>
          <a:p>
            <a:pPr lvl="1"/>
            <a:r>
              <a:rPr lang="en-US" dirty="0"/>
              <a:t>Engagement metrics (reactions, comments, shares)</a:t>
            </a:r>
          </a:p>
          <a:p>
            <a:r>
              <a:rPr lang="en-US" dirty="0"/>
              <a:t>Data preprocessing included:</a:t>
            </a:r>
          </a:p>
          <a:p>
            <a:pPr lvl="1"/>
            <a:r>
              <a:rPr lang="en-US" dirty="0"/>
              <a:t>Datetime conversion</a:t>
            </a:r>
          </a:p>
          <a:p>
            <a:pPr lvl="1"/>
            <a:r>
              <a:rPr lang="en-US" dirty="0"/>
              <a:t>Feature scaling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730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4D48-41C0-B147-4C10-97CD9D16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Exploratory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2E5C78-9CFB-BEB3-B7DD-5D9A11E0AB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32788"/>
            <a:ext cx="90098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Evening &amp; late-night posts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receive higher reactions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correlation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Reactions, comments, and shares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posts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the highest average engagement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345B89A3-DC1D-7FDC-D4B5-AFB7B648F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68" y="2935726"/>
            <a:ext cx="4559618" cy="2578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246247-169F-E4E4-2FB6-D79CBD3B235A}"/>
              </a:ext>
            </a:extLst>
          </p:cNvPr>
          <p:cNvSpPr txBox="1"/>
          <p:nvPr/>
        </p:nvSpPr>
        <p:spPr>
          <a:xfrm>
            <a:off x="770382" y="563198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Engagement peaks during evening and late-night hours.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3E88AD4-D360-1BA3-F9A9-3635FF226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858" y="1564635"/>
            <a:ext cx="4092892" cy="372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48F326-C043-F80E-C5BE-60F9918AAEF5}"/>
              </a:ext>
            </a:extLst>
          </p:cNvPr>
          <p:cNvSpPr txBox="1"/>
          <p:nvPr/>
        </p:nvSpPr>
        <p:spPr>
          <a:xfrm>
            <a:off x="6201918" y="532937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Strong positive correlation among engagement metrics.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60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0F610-CE57-711F-471B-2173D249F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K-Means Clustering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5739F-DC3B-8B89-2D47-A29EE0A04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38488" cy="3569335"/>
          </a:xfrm>
        </p:spPr>
        <p:txBody>
          <a:bodyPr/>
          <a:lstStyle/>
          <a:p>
            <a:r>
              <a:rPr lang="en-US" sz="1800" dirty="0"/>
              <a:t>Features used:</a:t>
            </a:r>
          </a:p>
          <a:p>
            <a:pPr lvl="1"/>
            <a:r>
              <a:rPr lang="en-US" sz="1800" dirty="0"/>
              <a:t>Reactions, comments, shares, likes, loves, wow, </a:t>
            </a:r>
            <a:r>
              <a:rPr lang="en-US" sz="1800" dirty="0" err="1"/>
              <a:t>haha</a:t>
            </a:r>
            <a:r>
              <a:rPr lang="en-US" sz="1800" dirty="0"/>
              <a:t>, sad, angry</a:t>
            </a:r>
          </a:p>
          <a:p>
            <a:r>
              <a:rPr lang="en-US" sz="1800" dirty="0"/>
              <a:t>Data scaled using </a:t>
            </a:r>
            <a:r>
              <a:rPr lang="en-US" sz="1800" b="1" dirty="0" err="1"/>
              <a:t>StandardScaler</a:t>
            </a:r>
            <a:endParaRPr lang="en-US" sz="1800" dirty="0"/>
          </a:p>
          <a:p>
            <a:r>
              <a:rPr lang="en-US" sz="1800" b="1" dirty="0"/>
              <a:t>Elbow Method</a:t>
            </a:r>
            <a:r>
              <a:rPr lang="en-US" sz="1800" dirty="0"/>
              <a:t> used to find optimal clusters</a:t>
            </a:r>
          </a:p>
          <a:p>
            <a:r>
              <a:rPr lang="en-US" sz="1800" dirty="0"/>
              <a:t> </a:t>
            </a:r>
            <a:r>
              <a:rPr lang="en-US" sz="1800" b="1" dirty="0"/>
              <a:t>Optimal number of clusters: K = 3</a:t>
            </a:r>
            <a:endParaRPr lang="en-US" sz="1800" dirty="0"/>
          </a:p>
          <a:p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254CE47-51E9-BF7E-6CD4-A94300FC4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672" y="2516962"/>
            <a:ext cx="6040184" cy="3738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DAEADF-8F22-2FD7-381B-4479DD4E77CB}"/>
              </a:ext>
            </a:extLst>
          </p:cNvPr>
          <p:cNvSpPr txBox="1"/>
          <p:nvPr/>
        </p:nvSpPr>
        <p:spPr>
          <a:xfrm>
            <a:off x="6096000" y="62212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Elbow point suggests an optimal cluster count of K = 3.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513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62E53-13B0-E3DD-880A-C75B105D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 Interpretation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77C04D-E5B0-0655-90C6-0C58F29E83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78611"/>
              </p:ext>
            </p:extLst>
          </p:nvPr>
        </p:nvGraphicFramePr>
        <p:xfrm>
          <a:off x="618744" y="1233203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276556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12624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Cluster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547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engagement posts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477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 engagement posts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5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engagement posts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6531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B287F4D-EE2B-9ECC-7061-C7C7335683DA}"/>
              </a:ext>
            </a:extLst>
          </p:cNvPr>
          <p:cNvSpPr txBox="1"/>
          <p:nvPr/>
        </p:nvSpPr>
        <p:spPr>
          <a:xfrm>
            <a:off x="618744" y="3030657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High-engagement cluster represents content with strong user interaction and visibility.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0E684D07-D0DC-DAA5-2822-527B25EEA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677" y="2696243"/>
            <a:ext cx="5013579" cy="353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38FC2F-5A1E-E978-A2DE-296DBC5CA568}"/>
              </a:ext>
            </a:extLst>
          </p:cNvPr>
          <p:cNvSpPr txBox="1"/>
          <p:nvPr/>
        </p:nvSpPr>
        <p:spPr>
          <a:xfrm>
            <a:off x="6713220" y="623856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Posts are clearly grouped into low, medium, and high engagement clusters.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321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3922-2434-A5A6-DAE4-3C7556C5A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5230F-E6AD-0243-B04D-284598339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K-Means effectively segmented posts by engagement level</a:t>
            </a:r>
          </a:p>
          <a:p>
            <a:r>
              <a:rPr lang="en-US" b="1" dirty="0"/>
              <a:t>Video content + optimal timing</a:t>
            </a:r>
            <a:r>
              <a:rPr lang="en-US" dirty="0"/>
              <a:t> leads to higher engagement</a:t>
            </a:r>
          </a:p>
          <a:p>
            <a:r>
              <a:rPr lang="en-US" dirty="0"/>
              <a:t>Businesses can:</a:t>
            </a:r>
          </a:p>
          <a:p>
            <a:pPr lvl="1"/>
            <a:r>
              <a:rPr lang="en-US" dirty="0"/>
              <a:t>Replicate high-performing content</a:t>
            </a:r>
          </a:p>
          <a:p>
            <a:pPr lvl="1"/>
            <a:r>
              <a:rPr lang="en-US" dirty="0"/>
              <a:t>Improve underperforming posts</a:t>
            </a:r>
          </a:p>
          <a:p>
            <a:r>
              <a:rPr lang="en-US" b="1" dirty="0"/>
              <a:t>Conclusion:</a:t>
            </a:r>
            <a:br>
              <a:rPr lang="en-US" dirty="0"/>
            </a:br>
            <a:r>
              <a:rPr lang="en-US" dirty="0"/>
              <a:t>Unsupervised learning provides actionable insights for content strategy optimization.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989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271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Facebook Live Sellers in Thailand</vt:lpstr>
      <vt:lpstr>Title &amp; Objective</vt:lpstr>
      <vt:lpstr>Dataset Overview</vt:lpstr>
      <vt:lpstr>Key Exploratory Insights</vt:lpstr>
      <vt:lpstr>K-Means Clustering Approach</vt:lpstr>
      <vt:lpstr>Cluster Interpretation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 Jaishanker</dc:creator>
  <cp:lastModifiedBy>Ashwin Jaishanker</cp:lastModifiedBy>
  <cp:revision>2</cp:revision>
  <dcterms:created xsi:type="dcterms:W3CDTF">2026-01-06T12:27:43Z</dcterms:created>
  <dcterms:modified xsi:type="dcterms:W3CDTF">2026-01-06T13:16:00Z</dcterms:modified>
</cp:coreProperties>
</file>